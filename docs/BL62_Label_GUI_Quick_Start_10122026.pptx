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62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2240280" cy="2240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6120" y="11430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0F6FC"/>
                </a:solidFill>
                <a:latin typeface="Aptos"/>
              </a:rPr>
              <a:t>BL62 Label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2148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0D7E8"/>
                </a:solidFill>
                <a:latin typeface="Aptos"/>
              </a:rPr>
              <a:t>Quick Start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28803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EC2D3"/>
                </a:solidFill>
                <a:latin typeface="Aptos"/>
              </a:rPr>
              <a:t>English Edition · 2026-10-12
Example: recon_00731.png</a:t>
            </a:r>
          </a:p>
        </p:txBody>
      </p:sp>
      <p:pic>
        <p:nvPicPr>
          <p:cNvPr id="6" name="Picture 5" descr="09_text_promp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39"/>
            <a:ext cx="10881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What the GUI Does</a:t>
            </a:r>
          </a:p>
        </p:txBody>
      </p:sp>
      <p:pic>
        <p:nvPicPr>
          <p:cNvPr id="4" name="Picture 3" descr="01_interfac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Combines SAM3-assisted and manual instance segmentation.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Supports multiple labels in one image.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Exports COCO training data and QA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Interface Overview</a:t>
            </a:r>
          </a:p>
        </p:txBody>
      </p:sp>
      <p:pic>
        <p:nvPicPr>
          <p:cNvPr id="4" name="Picture 3" descr="01_interfac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1 Image list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2 Image canvas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3 SAM3 and label controls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4 Annotation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Project → SAM3 → Annotation → Review →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Install or Update</a:t>
            </a:r>
          </a:p>
        </p:txBody>
      </p:sp>
      <p:pic>
        <p:nvPicPr>
          <p:cNvPr id="4" name="Picture 3" descr="26_install_updat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the dedicated release folder and environment.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Keep SAM3 source and checkpoint outside the package.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Run GPU Test after installation.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Installation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Configure SAM3</a:t>
            </a:r>
          </a:p>
        </p:txBody>
      </p:sp>
      <p:pic>
        <p:nvPicPr>
          <p:cNvPr id="4" name="Picture 3" descr="04_sam3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Open SAM3 Setup &amp; GPU Test.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Select repository and checkpoint.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Run GPU Test and save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SAM3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Load SAM3</a:t>
            </a:r>
          </a:p>
        </p:txBody>
      </p:sp>
      <p:pic>
        <p:nvPicPr>
          <p:cNvPr id="4" name="Picture 3" descr="05_load_sa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Click Load SAM3 on GPU.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The GUI remains responsive during loading.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Cancel only when necessary.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SAM3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Create a New Project</a:t>
            </a:r>
          </a:p>
        </p:txBody>
      </p:sp>
      <p:pic>
        <p:nvPicPr>
          <p:cNvPr id="4" name="Picture 3" descr="02_new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Click New Project for a folder or selected images.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Fastest one-image method: drag the image into an empty GUI.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Import an Existing Project</a:t>
            </a:r>
          </a:p>
        </p:txBody>
      </p:sp>
      <p:pic>
        <p:nvPicPr>
          <p:cNvPr id="4" name="Picture 3" descr="03_import_existing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Click Import Existing Project.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Select annotations.json.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Verify restored images and masks.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Load the Example Image</a:t>
            </a:r>
          </a:p>
        </p:txBody>
      </p:sp>
      <p:pic>
        <p:nvPicPr>
          <p:cNvPr id="4" name="Picture 3" descr="06_sample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This manual always uses recon_00731.png.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Confirm the image appears in the list and canvas.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Select a Label</a:t>
            </a:r>
          </a:p>
        </p:txBody>
      </p:sp>
      <p:pic>
        <p:nvPicPr>
          <p:cNvPr id="4" name="Picture 3" descr="15_labe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Choose particle before drawing or inference.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Manage Labels creates, renames, merges, or deletes classes.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Annotation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Configure Text Prompt</a:t>
            </a:r>
          </a:p>
        </p:txBody>
      </p:sp>
      <p:pic>
        <p:nvPicPr>
          <p:cNvPr id="4" name="Picture 3" descr="07_text_prompt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Select Text Prompt.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particle as the Label.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Set Confidence to 45% for this example.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SAM3 inference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Run Text Prompt</a:t>
            </a:r>
          </a:p>
        </p:txBody>
      </p:sp>
      <p:pic>
        <p:nvPicPr>
          <p:cNvPr id="4" name="Picture 3" descr="08_run_text_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full image or an optional SAM3 Box.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Click Run once and wait for completion.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SAM3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Review SAM3 Results</a:t>
            </a:r>
          </a:p>
        </p:txBody>
      </p:sp>
      <p:pic>
        <p:nvPicPr>
          <p:cNvPr id="4" name="Picture 3" descr="09_text_promp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Actual example result: 131 masks.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Check every prediction before review/export.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Select a Mask</a:t>
            </a:r>
          </a:p>
        </p:txBody>
      </p:sp>
      <p:pic>
        <p:nvPicPr>
          <p:cNvPr id="4" name="Picture 3" descr="10_select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Click the colored mask or its list row.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Canvas and annotation list stay synchronized.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Correct with Brush</a:t>
            </a:r>
          </a:p>
        </p:txBody>
      </p:sp>
      <p:pic>
        <p:nvPicPr>
          <p:cNvPr id="4" name="Picture 3" descr="11_brush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Select a mask to add pixels.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With no selection, Brush creates a new instance.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Press Enter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Manual correction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Correct with Eraser</a:t>
            </a:r>
          </a:p>
        </p:txBody>
      </p:sp>
      <p:pic>
        <p:nvPicPr>
          <p:cNvPr id="4" name="Picture 3" descr="12_eraser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Select the target mask first.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Erase unwanted pixels.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Press Enter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Manual correction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Restrict Search with SAM3 Box</a:t>
            </a:r>
          </a:p>
        </p:txBody>
      </p:sp>
      <p:pic>
        <p:nvPicPr>
          <p:cNvPr id="4" name="Picture 3" descr="13_sam3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Drag a box around the target region.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Check Search area.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Clear the box to return to full-image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SAM3 inference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Use Instance Prompt</a:t>
            </a:r>
          </a:p>
        </p:txBody>
      </p:sp>
      <p:pic>
        <p:nvPicPr>
          <p:cNvPr id="4" name="Picture 3" descr="14_instance_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Select a high-quality example instance.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Selected Instance or draw a prompt mask.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Run Instance Prompt and review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SAM3 inference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Delete, Merge, or Relabel</a:t>
            </a:r>
          </a:p>
        </p:txBody>
      </p:sp>
      <p:pic>
        <p:nvPicPr>
          <p:cNvPr id="4" name="Picture 3" descr="17_delete_merge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Ctrl-click for multi-selection.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Delete incorrect masks.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Merge fragments that belong to one object.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Mark the Image Reviewed</a:t>
            </a:r>
          </a:p>
        </p:txBody>
      </p:sp>
      <p:pic>
        <p:nvPicPr>
          <p:cNvPr id="4" name="Picture 3" descr="18_review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Review is a user quality-control status.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Mark only after inspecting all instances.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Save the Project</a:t>
            </a:r>
          </a:p>
        </p:txBody>
      </p:sp>
      <p:pic>
        <p:nvPicPr>
          <p:cNvPr id="4" name="Picture 3" descr="19_save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Save updates the working annotations.json.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Ctrl+S frequently.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Save is different from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Save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Export the Dataset</a:t>
            </a:r>
          </a:p>
        </p:txBody>
      </p:sp>
      <p:pic>
        <p:nvPicPr>
          <p:cNvPr id="4" name="Picture 3" descr="20_export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Choose an output folder.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Monitor progress or cancel safely.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Do not use incomplete exports for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Export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Training Files</a:t>
            </a:r>
          </a:p>
        </p:txBody>
      </p:sp>
      <p:pic>
        <p:nvPicPr>
          <p:cNvPr id="4" name="Picture 3" descr="25_training_data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training_dataset/images.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Use training_dataset/annotations.json.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Auxiliary outputs are for QA, not required for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Export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Fastest One-Image Workflow</a:t>
            </a:r>
          </a:p>
        </p:txBody>
      </p:sp>
      <p:pic>
        <p:nvPicPr>
          <p:cNvPr id="4" name="Picture 3" descr="24_fastest_single_imag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Drag → Load → Prompt → Review → Export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This is the recommended minimum-click procedure.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One-image example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Troubleshooting</a:t>
            </a:r>
          </a:p>
        </p:txBody>
      </p:sp>
      <p:pic>
        <p:nvPicPr>
          <p:cNvPr id="4" name="Picture 3" descr="27_troubleshoot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Check paths first.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Run GPU Test.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Check prompt mode, label, confidence, and SAM3 Box.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Cancel and retry only after the process stops.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Aptos"/>
              </a:rPr>
              <a:t>Finish</a:t>
            </a:r>
          </a:p>
        </p:txBody>
      </p:sp>
      <p:pic>
        <p:nvPicPr>
          <p:cNvPr id="4" name="Picture 3" descr="09_text_promp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7726679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097280"/>
            <a:ext cx="3429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Save the working project.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Export and verify training files.</a:t>
            </a:r>
          </a:p>
          <a:p>
            <a:pPr>
              <a:spcAft>
                <a:spcPts val="1300"/>
              </a:spcAft>
              <a:defRPr sz="1800">
                <a:solidFill>
                  <a:srgbClr val="F0F6FC"/>
                </a:solidFill>
                <a:latin typeface="Aptos"/>
              </a:defRPr>
            </a:pPr>
            <a:r>
              <a:t>• Back up both project and training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EC2D3"/>
                </a:solidFill>
                <a:latin typeface="Aptos"/>
              </a:rPr>
              <a:t>BL62 Label GUI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